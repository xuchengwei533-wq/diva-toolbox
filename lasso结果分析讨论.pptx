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902143"/>
            <a:ext cx="9144000" cy="2387600"/>
          </a:xfrm>
        </p:spPr>
        <p:txBody>
          <a:bodyPr/>
          <a:p>
            <a:r>
              <a:rPr lang="zh-CN" altLang="en-US"/>
              <a:t>论文中用到的一维结果与</a:t>
            </a:r>
            <a:r>
              <a:rPr lang="en-US" altLang="zh-CN"/>
              <a:t>Lasso</a:t>
            </a:r>
            <a:r>
              <a:rPr lang="zh-CN" altLang="en-US"/>
              <a:t>结果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CPP_A1_B1_AL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245" y="274320"/>
            <a:ext cx="10686415" cy="32061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235" y="3845560"/>
            <a:ext cx="8026400" cy="2374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Q1_A1_B1_AL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5565" y="406400"/>
            <a:ext cx="9144000" cy="2743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295" y="3524885"/>
            <a:ext cx="7471410" cy="25495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H1H2_A1_B1_AL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6515" y="655955"/>
            <a:ext cx="9144000" cy="2743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165" y="3651885"/>
            <a:ext cx="7616190" cy="25330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810" y="356870"/>
            <a:ext cx="9525000" cy="28575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770" y="3504565"/>
            <a:ext cx="6982460" cy="27031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055" y="948055"/>
            <a:ext cx="10515600" cy="4625340"/>
          </a:xfrm>
        </p:spPr>
        <p:txBody>
          <a:bodyPr>
            <a:normAutofit/>
          </a:bodyPr>
          <a:p>
            <a:r>
              <a:rPr lang="en-US" altLang="zh-CN"/>
              <a:t>Lasso</a:t>
            </a:r>
            <a:r>
              <a:rPr lang="zh-CN" altLang="en-US"/>
              <a:t>结果</a:t>
            </a:r>
            <a:br>
              <a:rPr lang="zh-CN" altLang="en-US"/>
            </a:br>
            <a:br>
              <a:rPr lang="zh-CN" altLang="en-US"/>
            </a:br>
            <a:r>
              <a:rPr lang="en-US" altLang="zh-CN" sz="2000"/>
              <a:t>1: </a:t>
            </a:r>
            <a:r>
              <a:rPr lang="zh-CN" altLang="en-US" sz="2000"/>
              <a:t>挤压与漏气是完全独立的两类失败模式</a:t>
            </a:r>
            <a:br>
              <a:rPr lang="zh-CN" altLang="en-US" sz="2000"/>
            </a:br>
            <a:br>
              <a:rPr lang="zh-CN" altLang="en-US" sz="2000"/>
            </a:br>
            <a:r>
              <a:rPr lang="en-US" altLang="zh-CN" sz="2000"/>
              <a:t>2: </a:t>
            </a:r>
            <a:r>
              <a:rPr lang="zh-CN" altLang="en-US" sz="2000"/>
              <a:t>挤压型共鸣劣化是「声道滤波端主导」的失衡</a:t>
            </a:r>
            <a:endParaRPr lang="zh-CN" alt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5065" y="60960"/>
            <a:ext cx="7341870" cy="44386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740" y="4479925"/>
            <a:ext cx="6216650" cy="2101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7275" y="0"/>
            <a:ext cx="7326630" cy="44291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495" y="4511675"/>
            <a:ext cx="5828030" cy="21469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17550" y="339725"/>
            <a:ext cx="2755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其余一维</a:t>
            </a:r>
            <a:r>
              <a:rPr lang="zh-CN" altLang="en-US"/>
              <a:t>特征</a:t>
            </a:r>
            <a:endParaRPr lang="zh-CN" altLang="en-US"/>
          </a:p>
        </p:txBody>
      </p:sp>
      <p:pic>
        <p:nvPicPr>
          <p:cNvPr id="5" name="图片 4" descr="FormantF1_A1_B1_AL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920240"/>
            <a:ext cx="9144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HNR_A1_B1_AL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951355"/>
            <a:ext cx="9144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Jitter_A1_B1_AL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529715"/>
            <a:ext cx="9144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Shimmer_A1_B1_AL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6030" y="1703705"/>
            <a:ext cx="9144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SpectralSlope_A1_B1_AL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125855"/>
            <a:ext cx="9144000" cy="2743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725" y="4038600"/>
            <a:ext cx="5162550" cy="22631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AbsH1MinusF1_A1_B1_AL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2203450"/>
            <a:ext cx="9144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LowFreqEnergyRatio_A1_B1_AL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2009775"/>
            <a:ext cx="91440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WPS 演示</Application>
  <PresentationFormat>宽屏</PresentationFormat>
  <Paragraphs>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 chengwei</dc:creator>
  <cp:lastModifiedBy>20181</cp:lastModifiedBy>
  <cp:revision>4</cp:revision>
  <dcterms:created xsi:type="dcterms:W3CDTF">2023-08-09T12:44:00Z</dcterms:created>
  <dcterms:modified xsi:type="dcterms:W3CDTF">2026-03-13T10:30:54Z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2052-12.1.0.19302</vt:lpwstr>
  </property>
</Properties>
</file>